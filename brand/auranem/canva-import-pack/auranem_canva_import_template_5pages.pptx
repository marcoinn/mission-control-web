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16256203"/>
  <p:notesSz cx="1625620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AURANEM Canva Import Template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1080x1350 · Primary portrait hero (4:5)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674620"/>
            <a:ext cx="8229600" cy="102870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88746"/>
            </a:solidFill>
            <a:prstDash val="solid"/>
          </a:ln>
        </p:spPr>
      </p:sp>
      <p:pic>
        <p:nvPicPr>
          <p:cNvPr id="5" name="Image 0" descr="/home/marco/.openclaw/workspace/brand/auranem/canva-ready-pack/auranem_hero_1080x13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74620"/>
            <a:ext cx="8229600" cy="10287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15568" y="3497580"/>
            <a:ext cx="6912864" cy="8641080"/>
          </a:xfrm>
          <a:prstGeom prst="rect">
            <a:avLst/>
          </a:prstGeom>
          <a:solidFill>
            <a:srgbClr val="FFF7CC">
              <a:alpha val="14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3680460"/>
            <a:ext cx="6547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PLACEHOLDER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98448" y="4155948"/>
            <a:ext cx="6547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Subheadline / benefit statement placeholder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298448" y="11452860"/>
            <a:ext cx="196596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98448" y="114711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BUTTON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1270558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 (keep key text/logo/CTA inside dashed box)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AURANEM Canva Import Template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1920x1080 · Primary landscape hero (16:9)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503545"/>
            <a:ext cx="8229600" cy="462915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88746"/>
            </a:solidFill>
            <a:prstDash val="solid"/>
          </a:ln>
        </p:spPr>
      </p:sp>
      <p:pic>
        <p:nvPicPr>
          <p:cNvPr id="5" name="Image 0" descr="/home/marco/.openclaw/workspace/brand/auranem/canva-ready-pack/auranem_hero_1920x1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503545"/>
            <a:ext cx="8229600" cy="4629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15568" y="5873877"/>
            <a:ext cx="6912864" cy="3888486"/>
          </a:xfrm>
          <a:prstGeom prst="rect">
            <a:avLst/>
          </a:prstGeom>
          <a:solidFill>
            <a:srgbClr val="FFF7CC">
              <a:alpha val="14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6056757"/>
            <a:ext cx="6547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PLACEHOLDER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98448" y="6532245"/>
            <a:ext cx="6547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Subheadline / benefit statement placeholder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298448" y="9076563"/>
            <a:ext cx="196596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98448" y="9094851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BUTTON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9876663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 (keep key text/logo/CTA inside dashed box)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AURANEM Canva Import Template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Static 1080x1350 · Paid/static ad format (4:5)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674620"/>
            <a:ext cx="8229600" cy="102870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88746"/>
            </a:solidFill>
            <a:prstDash val="solid"/>
          </a:ln>
        </p:spPr>
      </p:sp>
      <p:pic>
        <p:nvPicPr>
          <p:cNvPr id="5" name="Image 0" descr="/home/marco/.openclaw/workspace/brand/auranem/canva-ready-pack/auranem_ad_static_1080x13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74620"/>
            <a:ext cx="8229600" cy="10287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15568" y="3497580"/>
            <a:ext cx="6912864" cy="8641080"/>
          </a:xfrm>
          <a:prstGeom prst="rect">
            <a:avLst/>
          </a:prstGeom>
          <a:solidFill>
            <a:srgbClr val="FFF7CC">
              <a:alpha val="14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8448" y="3680460"/>
            <a:ext cx="6547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PLACEHOLDER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98448" y="4155948"/>
            <a:ext cx="6547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Subheadline / benefit statement placeholder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298448" y="11452860"/>
            <a:ext cx="196596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98448" y="114711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BUTTON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1270558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 (keep key text/logo/CTA inside dashed box)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AURANEM Canva Import Template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1080x1920 · Story full-screen format (9:16)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40093" y="1005840"/>
            <a:ext cx="7663815" cy="136245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88746"/>
            </a:solidFill>
            <a:prstDash val="solid"/>
          </a:ln>
        </p:spPr>
      </p:sp>
      <p:pic>
        <p:nvPicPr>
          <p:cNvPr id="5" name="Image 0" descr="/home/marco/.openclaw/workspace/brand/auranem/canva-ready-pack/auranem_story_1080x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093" y="1005840"/>
            <a:ext cx="7663815" cy="1362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53198" y="2095805"/>
            <a:ext cx="6437605" cy="11444630"/>
          </a:xfrm>
          <a:prstGeom prst="rect">
            <a:avLst/>
          </a:prstGeom>
          <a:solidFill>
            <a:srgbClr val="FFF7CC">
              <a:alpha val="14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36078" y="2278685"/>
            <a:ext cx="607184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PLACEHOLDER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36078" y="2754173"/>
            <a:ext cx="607184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Subheadline / benefit statement placeholder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36078" y="12854635"/>
            <a:ext cx="196596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36078" y="12872923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BUTTON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7253" y="14374368"/>
            <a:ext cx="73894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 (keep key text/logo/CTA inside dashed box)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AURANEM Canva Import Template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 Cover 1080x1920 · Reel cover full-screen format (9:16)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40093" y="1005840"/>
            <a:ext cx="7663815" cy="136245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88746"/>
            </a:solidFill>
            <a:prstDash val="solid"/>
          </a:ln>
        </p:spPr>
      </p:sp>
      <p:pic>
        <p:nvPicPr>
          <p:cNvPr id="5" name="Image 0" descr="/home/marco/.openclaw/workspace/brand/auranem/canva-ready-pack/auranem_reel_cover_1080x19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093" y="1005840"/>
            <a:ext cx="7663815" cy="1362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53198" y="2095805"/>
            <a:ext cx="6437605" cy="11444630"/>
          </a:xfrm>
          <a:prstGeom prst="rect">
            <a:avLst/>
          </a:prstGeom>
          <a:solidFill>
            <a:srgbClr val="FFF7CC">
              <a:alpha val="14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36078" y="2278685"/>
            <a:ext cx="607184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PLACEHOLDER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36078" y="2754173"/>
            <a:ext cx="607184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Subheadline / benefit statement placeholder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36078" y="12854635"/>
            <a:ext cx="196596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36078" y="12872923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BUTTON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7253" y="14374368"/>
            <a:ext cx="73894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ZONE (keep key text/logo/CTA inside dashed box)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AURANEM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AURANEM Canva Import Pack</dc:title>
  <dc:subject>Canva import pack</dc:subject>
  <dc:creator>OpenClaw</dc:creator>
  <cp:lastModifiedBy>OpenClaw</cp:lastModifiedBy>
  <cp:revision>1</cp:revision>
  <dcterms:created xsi:type="dcterms:W3CDTF">2026-03-05T09:20:54Z</dcterms:created>
  <dcterms:modified xsi:type="dcterms:W3CDTF">2026-03-05T09:20:54Z</dcterms:modified>
</cp:coreProperties>
</file>